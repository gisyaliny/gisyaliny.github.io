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notesMasterIdLst>
    <p:notesMasterId r:id="rId9"/>
  </p:notesMasterIdLst>
  <p:sldIdLst>
    <p:sldId id="256" r:id="rId2"/>
    <p:sldId id="257" r:id="rId3"/>
    <p:sldId id="258" r:id="rId4"/>
    <p:sldId id="265" r:id="rId5"/>
    <p:sldId id="264" r:id="rId6"/>
    <p:sldId id="266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7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BADE5B-774B-4576-8B86-96CD441E2B33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EA0361-E7C9-47A7-B3D3-127F263C6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943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B31C4-CBBB-070D-8AC8-D21C71D56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A62145-AF48-4D20-E1D3-2A8B54AB62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9288D0-6873-F4EE-D65A-2A32486FCF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D8491-E534-704A-BCE1-A1EF207F8D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A0361-E7C9-47A7-B3D3-127F263C683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87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AA867-F634-2438-EBDE-AAD6915C7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60F519-49F3-504E-A2FE-E1F40B1236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71B9E2-860C-D1D8-E36E-D108AA3722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E0F3-1160-258D-4113-5810E65654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A0361-E7C9-47A7-B3D3-127F263C683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352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CB336-85AA-6FD1-8E4C-429C072B5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FAE8B-416D-92F6-F6D0-1D2BC6E828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2E404D-9751-2ED3-BAE6-7DB2E2D8C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9687D-5BB3-6BDB-9C00-69B6CA936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A0361-E7C9-47A7-B3D3-127F263C683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24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810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347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076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919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545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53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137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389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934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504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518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341B595-366B-43E2-A22E-EA6A78C03F06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9573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is GIS? | Geographic Information System Mapping Technology">
            <a:extLst>
              <a:ext uri="{FF2B5EF4-FFF2-40B4-BE49-F238E27FC236}">
                <a16:creationId xmlns:a16="http://schemas.microsoft.com/office/drawing/2014/main" id="{66AA20DF-3525-3980-9359-7773820C5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" r="-1" b="-1"/>
          <a:stretch/>
        </p:blipFill>
        <p:spPr bwMode="auto">
          <a:xfrm>
            <a:off x="20" y="-4"/>
            <a:ext cx="12191980" cy="685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388A74-9495-51ED-AA62-2D7A5947E9C9}"/>
              </a:ext>
            </a:extLst>
          </p:cNvPr>
          <p:cNvSpPr txBox="1"/>
          <p:nvPr/>
        </p:nvSpPr>
        <p:spPr>
          <a:xfrm>
            <a:off x="1981199" y="2362200"/>
            <a:ext cx="6438645" cy="24003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cap="all" spc="300" dirty="0" err="1">
                <a:solidFill>
                  <a:srgbClr val="FFFFFF"/>
                </a:solidFill>
                <a:highlight>
                  <a:srgbClr val="000000"/>
                </a:highlight>
                <a:latin typeface="+mj-lt"/>
                <a:ea typeface="+mj-ea"/>
                <a:cs typeface="+mj-cs"/>
              </a:rPr>
              <a:t>GIS</a:t>
            </a:r>
            <a:r>
              <a:rPr lang="en-US" altLang="zh-CN" sz="4800" cap="all" spc="300" dirty="0" err="1">
                <a:solidFill>
                  <a:srgbClr val="FFFFFF"/>
                </a:solidFill>
                <a:highlight>
                  <a:srgbClr val="000000"/>
                </a:highlight>
                <a:latin typeface="+mj-lt"/>
                <a:ea typeface="+mj-ea"/>
                <a:cs typeface="+mj-cs"/>
              </a:rPr>
              <a:t>cience</a:t>
            </a:r>
            <a:endParaRPr lang="en-US" sz="4800" cap="all" spc="300" dirty="0">
              <a:solidFill>
                <a:srgbClr val="FFFFFF"/>
              </a:solidFill>
              <a:highlight>
                <a:srgbClr val="000000"/>
              </a:highlight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7102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hy Finding the Right Web Developer Matters - Importance of Web Development">
            <a:extLst>
              <a:ext uri="{FF2B5EF4-FFF2-40B4-BE49-F238E27FC236}">
                <a16:creationId xmlns:a16="http://schemas.microsoft.com/office/drawing/2014/main" id="{7538560A-9541-1223-B5FE-10AF80B86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4EEC1B-09A4-B9F0-06C1-A79F016D6887}"/>
              </a:ext>
            </a:extLst>
          </p:cNvPr>
          <p:cNvSpPr txBox="1"/>
          <p:nvPr/>
        </p:nvSpPr>
        <p:spPr>
          <a:xfrm>
            <a:off x="1981199" y="2362200"/>
            <a:ext cx="6438645" cy="24003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cap="all" spc="300" dirty="0">
                <a:solidFill>
                  <a:srgbClr val="FFFFFF"/>
                </a:solidFill>
                <a:highlight>
                  <a:srgbClr val="000000"/>
                </a:highlight>
                <a:latin typeface="+mj-lt"/>
                <a:ea typeface="+mj-ea"/>
                <a:cs typeface="+mj-cs"/>
              </a:rPr>
              <a:t>Tools &amp; </a:t>
            </a:r>
            <a:r>
              <a:rPr lang="en-US" sz="4800" cap="all" spc="300" dirty="0" err="1">
                <a:solidFill>
                  <a:srgbClr val="FFFFFF"/>
                </a:solidFill>
                <a:highlight>
                  <a:srgbClr val="000000"/>
                </a:highlight>
                <a:latin typeface="+mj-lt"/>
                <a:ea typeface="+mj-ea"/>
                <a:cs typeface="+mj-cs"/>
              </a:rPr>
              <a:t>addins</a:t>
            </a:r>
            <a:endParaRPr lang="en-US" sz="4800" cap="all" spc="300" dirty="0">
              <a:solidFill>
                <a:srgbClr val="FFFFFF"/>
              </a:solidFill>
              <a:highlight>
                <a:srgbClr val="000000"/>
              </a:highlight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97372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Geospatial Technology: How it's Transforming Our Lives">
            <a:extLst>
              <a:ext uri="{FF2B5EF4-FFF2-40B4-BE49-F238E27FC236}">
                <a16:creationId xmlns:a16="http://schemas.microsoft.com/office/drawing/2014/main" id="{A86AE56C-C34E-9E75-ACE6-C96AC7946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146622-D9FC-A5F1-971C-95E637F27F78}"/>
              </a:ext>
            </a:extLst>
          </p:cNvPr>
          <p:cNvSpPr txBox="1"/>
          <p:nvPr/>
        </p:nvSpPr>
        <p:spPr>
          <a:xfrm>
            <a:off x="1981199" y="2362200"/>
            <a:ext cx="6438645" cy="24003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cap="all" spc="300" dirty="0" err="1">
                <a:solidFill>
                  <a:srgbClr val="FFFFFF"/>
                </a:solidFill>
                <a:highlight>
                  <a:srgbClr val="000000"/>
                </a:highlight>
                <a:latin typeface="+mj-lt"/>
                <a:ea typeface="+mj-ea"/>
                <a:cs typeface="+mj-cs"/>
              </a:rPr>
              <a:t>webgis</a:t>
            </a:r>
            <a:endParaRPr lang="en-US" sz="4800" cap="all" spc="300" dirty="0">
              <a:solidFill>
                <a:srgbClr val="FFFFFF"/>
              </a:solidFill>
              <a:highlight>
                <a:srgbClr val="000000"/>
              </a:highlight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30247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6D6A9-276E-D223-5DB8-A9579202D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Noticias sobre GIS Archives | GIS">
            <a:extLst>
              <a:ext uri="{FF2B5EF4-FFF2-40B4-BE49-F238E27FC236}">
                <a16:creationId xmlns:a16="http://schemas.microsoft.com/office/drawing/2014/main" id="{F4D7F5EE-F3D8-151D-142B-3300B3F4F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4916930-E76E-4100-9DCF-4981566A3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57375" y="1885950"/>
            <a:ext cx="8505825" cy="3152775"/>
          </a:xfrm>
          <a:prstGeom prst="rect">
            <a:avLst/>
          </a:prstGeom>
          <a:solidFill>
            <a:schemeClr val="bg1">
              <a:alpha val="75000"/>
            </a:schemeClr>
          </a:solidFill>
          <a:ln w="63500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B00C83-9B4F-10CA-450F-56DCD4522B6E}"/>
              </a:ext>
            </a:extLst>
          </p:cNvPr>
          <p:cNvSpPr txBox="1"/>
          <p:nvPr/>
        </p:nvSpPr>
        <p:spPr>
          <a:xfrm>
            <a:off x="2276475" y="2247900"/>
            <a:ext cx="7581900" cy="2514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tx1"/>
              </a:buClr>
              <a:buSzPct val="75000"/>
            </a:pPr>
            <a:r>
              <a:rPr lang="en-US" sz="6600" cap="all" spc="3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000000"/>
                </a:highlight>
                <a:latin typeface="+mj-lt"/>
                <a:ea typeface="+mj-ea"/>
                <a:cs typeface="+mj-cs"/>
              </a:rPr>
              <a:t>WEBGIS</a:t>
            </a:r>
          </a:p>
        </p:txBody>
      </p:sp>
    </p:spTree>
    <p:extLst>
      <p:ext uri="{BB962C8B-B14F-4D97-AF65-F5344CB8AC3E}">
        <p14:creationId xmlns:p14="http://schemas.microsoft.com/office/powerpoint/2010/main" val="589120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95061A-45E4-DC77-8B31-594EEFD8C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>
            <a:extLst>
              <a:ext uri="{FF2B5EF4-FFF2-40B4-BE49-F238E27FC236}">
                <a16:creationId xmlns:a16="http://schemas.microsoft.com/office/drawing/2014/main" id="{99924BF5-8279-337E-1EC5-964A4DC3A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16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3" name="Rectangle 6152">
            <a:extLst>
              <a:ext uri="{FF2B5EF4-FFF2-40B4-BE49-F238E27FC236}">
                <a16:creationId xmlns:a16="http://schemas.microsoft.com/office/drawing/2014/main" id="{B4916930-E76E-4100-9DCF-4981566A3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57375" y="1885950"/>
            <a:ext cx="8505825" cy="3152775"/>
          </a:xfrm>
          <a:prstGeom prst="rect">
            <a:avLst/>
          </a:prstGeom>
          <a:solidFill>
            <a:schemeClr val="bg1">
              <a:alpha val="75000"/>
            </a:schemeClr>
          </a:solidFill>
          <a:ln w="63500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E5F17B-5A96-E958-1F6E-B86270559C16}"/>
              </a:ext>
            </a:extLst>
          </p:cNvPr>
          <p:cNvSpPr txBox="1"/>
          <p:nvPr/>
        </p:nvSpPr>
        <p:spPr>
          <a:xfrm>
            <a:off x="2276475" y="2247900"/>
            <a:ext cx="7581900" cy="2514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tx1"/>
              </a:buClr>
              <a:buSzPct val="75000"/>
            </a:pPr>
            <a:r>
              <a:rPr lang="en-US" sz="6600" cap="all" spc="3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000000"/>
                </a:highlight>
                <a:latin typeface="+mj-lt"/>
                <a:ea typeface="+mj-ea"/>
                <a:cs typeface="+mj-cs"/>
              </a:rPr>
              <a:t>spatial autocorrelation</a:t>
            </a:r>
          </a:p>
        </p:txBody>
      </p:sp>
    </p:spTree>
    <p:extLst>
      <p:ext uri="{BB962C8B-B14F-4D97-AF65-F5344CB8AC3E}">
        <p14:creationId xmlns:p14="http://schemas.microsoft.com/office/powerpoint/2010/main" val="2459057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C8E4D6-3B95-F509-A00D-3A3BE1135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Math,Algorithms and data structure importance to the computer science  student.">
            <a:extLst>
              <a:ext uri="{FF2B5EF4-FFF2-40B4-BE49-F238E27FC236}">
                <a16:creationId xmlns:a16="http://schemas.microsoft.com/office/drawing/2014/main" id="{4F1C9E0D-F8A3-5048-235A-F652B583B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99" name="Rectangle 8198">
            <a:extLst>
              <a:ext uri="{FF2B5EF4-FFF2-40B4-BE49-F238E27FC236}">
                <a16:creationId xmlns:a16="http://schemas.microsoft.com/office/drawing/2014/main" id="{B4916930-E76E-4100-9DCF-4981566A3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57375" y="1885950"/>
            <a:ext cx="8505825" cy="3152775"/>
          </a:xfrm>
          <a:prstGeom prst="rect">
            <a:avLst/>
          </a:prstGeom>
          <a:solidFill>
            <a:schemeClr val="bg1">
              <a:alpha val="75000"/>
            </a:schemeClr>
          </a:solidFill>
          <a:ln w="63500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827AC6-B661-84BD-E26B-7C4F61792D8A}"/>
              </a:ext>
            </a:extLst>
          </p:cNvPr>
          <p:cNvSpPr txBox="1"/>
          <p:nvPr/>
        </p:nvSpPr>
        <p:spPr>
          <a:xfrm>
            <a:off x="2276475" y="2247900"/>
            <a:ext cx="7581900" cy="2514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tx1"/>
              </a:buClr>
              <a:buSzPct val="75000"/>
            </a:pPr>
            <a:r>
              <a:rPr lang="en-US" sz="6100" cap="all" spc="3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000000"/>
                </a:highlight>
                <a:latin typeface="+mj-lt"/>
                <a:ea typeface="+mj-ea"/>
                <a:cs typeface="+mj-cs"/>
              </a:rPr>
              <a:t>MATH AND algorithms</a:t>
            </a:r>
          </a:p>
        </p:txBody>
      </p:sp>
    </p:spTree>
    <p:extLst>
      <p:ext uri="{BB962C8B-B14F-4D97-AF65-F5344CB8AC3E}">
        <p14:creationId xmlns:p14="http://schemas.microsoft.com/office/powerpoint/2010/main" val="1620948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82EAEF-9F56-2E69-B471-9141C5596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3219CE-9591-3C3B-E461-F28B28C94902}"/>
              </a:ext>
            </a:extLst>
          </p:cNvPr>
          <p:cNvSpPr txBox="1"/>
          <p:nvPr/>
        </p:nvSpPr>
        <p:spPr>
          <a:xfrm>
            <a:off x="4976636" y="992221"/>
            <a:ext cx="6247308" cy="4873558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tx1"/>
              </a:buClr>
              <a:buSzPct val="75000"/>
            </a:pPr>
            <a:r>
              <a:rPr lang="en-US" sz="4800" cap="all" spc="300">
                <a:highlight>
                  <a:srgbClr val="000000"/>
                </a:highlight>
                <a:latin typeface="+mj-lt"/>
                <a:ea typeface="+mj-ea"/>
                <a:cs typeface="+mj-cs"/>
              </a:rPr>
              <a:t>WEBGIS</a:t>
            </a:r>
          </a:p>
        </p:txBody>
      </p:sp>
    </p:spTree>
    <p:extLst>
      <p:ext uri="{BB962C8B-B14F-4D97-AF65-F5344CB8AC3E}">
        <p14:creationId xmlns:p14="http://schemas.microsoft.com/office/powerpoint/2010/main" val="24551312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</TotalTime>
  <Words>15</Words>
  <Application>Microsoft Office PowerPoint</Application>
  <PresentationFormat>Widescreen</PresentationFormat>
  <Paragraphs>10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Yang, Yalin</dc:creator>
  <cp:lastModifiedBy>Yang, Yalin</cp:lastModifiedBy>
  <cp:revision>6</cp:revision>
  <dcterms:created xsi:type="dcterms:W3CDTF">2024-11-10T18:01:52Z</dcterms:created>
  <dcterms:modified xsi:type="dcterms:W3CDTF">2024-11-18T02:14:00Z</dcterms:modified>
</cp:coreProperties>
</file>